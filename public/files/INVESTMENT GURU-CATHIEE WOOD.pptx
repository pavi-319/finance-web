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949945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009101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2937976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58286A-CEBA-4719-8025-13AA5EA4D16C}"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285678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58286A-CEBA-4719-8025-13AA5EA4D16C}"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132788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8286A-CEBA-4719-8025-13AA5EA4D16C}"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293441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58286A-CEBA-4719-8025-13AA5EA4D16C}"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239404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58286A-CEBA-4719-8025-13AA5EA4D16C}"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460527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0058286A-CEBA-4719-8025-13AA5EA4D16C}" type="datetimeFigureOut">
              <a:rPr lang="en-IN" smtClean="0"/>
              <a:t>08-01-2026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340460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58286A-CEBA-4719-8025-13AA5EA4D16C}"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297681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437134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434858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602980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863818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460740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3405238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8286A-CEBA-4719-8025-13AA5EA4D16C}"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EBC0C-6875-4308-954F-75A927587BC9}" type="slidenum">
              <a:rPr lang="en-IN" smtClean="0"/>
              <a:t>‹#›</a:t>
            </a:fld>
            <a:endParaRPr lang="en-IN"/>
          </a:p>
        </p:txBody>
      </p:sp>
    </p:spTree>
    <p:extLst>
      <p:ext uri="{BB962C8B-B14F-4D97-AF65-F5344CB8AC3E}">
        <p14:creationId xmlns:p14="http://schemas.microsoft.com/office/powerpoint/2010/main" val="18923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058286A-CEBA-4719-8025-13AA5EA4D16C}" type="datetimeFigureOut">
              <a:rPr lang="en-IN" smtClean="0"/>
              <a:t>08-01-2026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8B6EBC0C-6875-4308-954F-75A927587BC9}" type="slidenum">
              <a:rPr lang="en-IN" smtClean="0"/>
              <a:t>‹#›</a:t>
            </a:fld>
            <a:endParaRPr lang="en-IN"/>
          </a:p>
        </p:txBody>
      </p:sp>
    </p:spTree>
    <p:extLst>
      <p:ext uri="{BB962C8B-B14F-4D97-AF65-F5344CB8AC3E}">
        <p14:creationId xmlns:p14="http://schemas.microsoft.com/office/powerpoint/2010/main" val="97250162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1FEC-AB91-7CE8-329C-DCFF2914D58D}"/>
              </a:ext>
            </a:extLst>
          </p:cNvPr>
          <p:cNvSpPr>
            <a:spLocks noGrp="1"/>
          </p:cNvSpPr>
          <p:nvPr>
            <p:ph type="ctrTitle"/>
          </p:nvPr>
        </p:nvSpPr>
        <p:spPr/>
        <p:txBody>
          <a:bodyPr>
            <a:normAutofit/>
          </a:bodyPr>
          <a:lstStyle/>
          <a:p>
            <a:r>
              <a:rPr lang="en-IN" sz="3600" b="1" dirty="0">
                <a:latin typeface="Times New Roman" panose="02020603050405020304" pitchFamily="18" charset="0"/>
                <a:cs typeface="Times New Roman" panose="02020603050405020304" pitchFamily="18" charset="0"/>
              </a:rPr>
              <a:t>INVESTMENT GURU: CATHIE WOOD</a:t>
            </a:r>
          </a:p>
        </p:txBody>
      </p:sp>
      <p:sp>
        <p:nvSpPr>
          <p:cNvPr id="3" name="Subtitle 2">
            <a:extLst>
              <a:ext uri="{FF2B5EF4-FFF2-40B4-BE49-F238E27FC236}">
                <a16:creationId xmlns:a16="http://schemas.microsoft.com/office/drawing/2014/main" id="{9B444387-BD71-728B-FFA4-31FE1A5D30F9}"/>
              </a:ext>
            </a:extLst>
          </p:cNvPr>
          <p:cNvSpPr>
            <a:spLocks noGrp="1"/>
          </p:cNvSpPr>
          <p:nvPr>
            <p:ph type="subTitle" idx="1"/>
          </p:nvPr>
        </p:nvSpPr>
        <p:spPr/>
        <p:txBody>
          <a:bodyPr/>
          <a:lstStyle/>
          <a:p>
            <a:r>
              <a:rPr lang="en-IN" dirty="0"/>
              <a:t>PRESENTED BY PAVITHRA.R</a:t>
            </a:r>
          </a:p>
        </p:txBody>
      </p:sp>
    </p:spTree>
    <p:extLst>
      <p:ext uri="{BB962C8B-B14F-4D97-AF65-F5344CB8AC3E}">
        <p14:creationId xmlns:p14="http://schemas.microsoft.com/office/powerpoint/2010/main" val="271425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1599-04C4-C8E8-335D-DFA40A4B5B2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640D55C-F717-D030-D158-A66FA3C8C60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Cathie Wood is one of the most influential investment professionals in the modern financial world. She is widely known for her strong belief in disruptive innovation and future-oriented investing. Unlike traditional fund managers who focus on stable and established companies, Cathie Wood invests in firms that have the potential to change industries through innovation and technology. Her bold investment style has made her both highly admired and heavily debated in the investment community.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6146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9A7E3-7B72-E655-A1F1-19FC0549FA5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Early Life and Educational Background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E521AA-23DE-FC13-0B1B-E93EE1406EB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Cathie Wood was born in 1955 in Los Angeles, California. She pursued her higher education at the University of Southern California (USC), where she earned a degree in Economics and Finance. During her studies, she was influenced by economist Arthur Laffer, who helped shape her understanding of macroeconomics, innovation, and growth-driven markets. This strong academic foundation played a crucial role in shaping her long-term investment philosophy.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59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5CAD-2827-FBC9-80F2-57D408D6A65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Professional Career</a:t>
            </a:r>
          </a:p>
        </p:txBody>
      </p:sp>
      <p:sp>
        <p:nvSpPr>
          <p:cNvPr id="3" name="Content Placeholder 2">
            <a:extLst>
              <a:ext uri="{FF2B5EF4-FFF2-40B4-BE49-F238E27FC236}">
                <a16:creationId xmlns:a16="http://schemas.microsoft.com/office/drawing/2014/main" id="{3EA76898-CE23-59CA-5D02-46A84731C605}"/>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Cathie Wood has more than 40 years of experience in investment management. Before starting her own firm, she worked with reputed organizations such as:</a:t>
            </a:r>
          </a:p>
          <a:p>
            <a:r>
              <a:rPr lang="en-US" dirty="0">
                <a:latin typeface="Times New Roman" panose="02020603050405020304" pitchFamily="18" charset="0"/>
                <a:cs typeface="Times New Roman" panose="02020603050405020304" pitchFamily="18" charset="0"/>
              </a:rPr>
              <a:t>Capital Group</a:t>
            </a:r>
          </a:p>
          <a:p>
            <a:r>
              <a:rPr lang="en-US" dirty="0">
                <a:latin typeface="Times New Roman" panose="02020603050405020304" pitchFamily="18" charset="0"/>
                <a:cs typeface="Times New Roman" panose="02020603050405020304" pitchFamily="18" charset="0"/>
              </a:rPr>
              <a:t>Jennison Associates</a:t>
            </a:r>
          </a:p>
          <a:p>
            <a:r>
              <a:rPr lang="en-US" dirty="0">
                <a:latin typeface="Times New Roman" panose="02020603050405020304" pitchFamily="18" charset="0"/>
                <a:cs typeface="Times New Roman" panose="02020603050405020304" pitchFamily="18" charset="0"/>
              </a:rPr>
              <a:t>Tupelo Capital Management</a:t>
            </a:r>
          </a:p>
          <a:p>
            <a:r>
              <a:rPr lang="en-US" dirty="0">
                <a:latin typeface="Times New Roman" panose="02020603050405020304" pitchFamily="18" charset="0"/>
                <a:cs typeface="Times New Roman" panose="02020603050405020304" pitchFamily="18" charset="0"/>
              </a:rPr>
              <a:t>In these roles, she gained deep experience in portfolio management, economic research, and equity analysis. However, she often felt constrained by traditional investment approaches, which led her to establish her own investment firm.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591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6D2B-894E-22A6-56D5-4973555FFF0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Founding of ARK Invest</a:t>
            </a:r>
          </a:p>
        </p:txBody>
      </p:sp>
      <p:sp>
        <p:nvSpPr>
          <p:cNvPr id="3" name="Content Placeholder 2">
            <a:extLst>
              <a:ext uri="{FF2B5EF4-FFF2-40B4-BE49-F238E27FC236}">
                <a16:creationId xmlns:a16="http://schemas.microsoft.com/office/drawing/2014/main" id="{457E7012-1B08-8E0F-2A19-03471F5878E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2014, Cathie Wood founded ARK Invest, an investment management firm focused exclusively on disruptive innovation. ARK stands for “Active Research Knowledge.” The firm is known for its transparent research approach and active management style.</a:t>
            </a:r>
          </a:p>
          <a:p>
            <a:r>
              <a:rPr lang="en-US" dirty="0">
                <a:latin typeface="Times New Roman" panose="02020603050405020304" pitchFamily="18" charset="0"/>
                <a:cs typeface="Times New Roman" panose="02020603050405020304" pitchFamily="18" charset="0"/>
              </a:rPr>
              <a:t>ARK Invest focuses on companies that are expected to benefit from technological breakthroughs rather than short-term market trends. The firm publishes open research reports, making it unique among asset management companies.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940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DA443-4BF7-A428-02E1-4F117804F23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Investment Areas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76067A-46C9-11E4-437A-A283516660A7}"/>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ARK Invest focuses on five major innovation platforms:</a:t>
            </a:r>
          </a:p>
          <a:p>
            <a:r>
              <a:rPr lang="en-US" dirty="0">
                <a:latin typeface="Times New Roman" panose="02020603050405020304" pitchFamily="18" charset="0"/>
                <a:cs typeface="Times New Roman" panose="02020603050405020304" pitchFamily="18" charset="0"/>
              </a:rPr>
              <a:t>1. Artificial Intelligence (AI) – Automation, machine learning, and data-driven technologies</a:t>
            </a:r>
          </a:p>
          <a:p>
            <a:r>
              <a:rPr lang="en-US" dirty="0">
                <a:latin typeface="Times New Roman" panose="02020603050405020304" pitchFamily="18" charset="0"/>
                <a:cs typeface="Times New Roman" panose="02020603050405020304" pitchFamily="18" charset="0"/>
              </a:rPr>
              <a:t>2. Electric Vehicles (EVs) – Clean energy and autonomous transportation</a:t>
            </a:r>
          </a:p>
          <a:p>
            <a:r>
              <a:rPr lang="en-US" dirty="0">
                <a:latin typeface="Times New Roman" panose="02020603050405020304" pitchFamily="18" charset="0"/>
                <a:cs typeface="Times New Roman" panose="02020603050405020304" pitchFamily="18" charset="0"/>
              </a:rPr>
              <a:t>3. Genomics – Gene editing, biotechnology, and healthcare innovation</a:t>
            </a:r>
          </a:p>
          <a:p>
            <a:r>
              <a:rPr lang="en-US" dirty="0">
                <a:latin typeface="Times New Roman" panose="02020603050405020304" pitchFamily="18" charset="0"/>
                <a:cs typeface="Times New Roman" panose="02020603050405020304" pitchFamily="18" charset="0"/>
              </a:rPr>
              <a:t>4. Blockchain Technology – Cryptocurrencies and decentralized finance</a:t>
            </a:r>
          </a:p>
          <a:p>
            <a:r>
              <a:rPr lang="en-US" dirty="0">
                <a:latin typeface="Times New Roman" panose="02020603050405020304" pitchFamily="18" charset="0"/>
                <a:cs typeface="Times New Roman" panose="02020603050405020304" pitchFamily="18" charset="0"/>
              </a:rPr>
              <a:t>5. Fintech – Digital payments and financial innovation</a:t>
            </a:r>
          </a:p>
          <a:p>
            <a:r>
              <a:rPr lang="en-US" dirty="0">
                <a:latin typeface="Times New Roman" panose="02020603050405020304" pitchFamily="18" charset="0"/>
                <a:cs typeface="Times New Roman" panose="02020603050405020304" pitchFamily="18" charset="0"/>
              </a:rPr>
              <a:t>These areas are expected to redefine global industries in the coming decades.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564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2A6D-6437-744B-2B2A-836682306B9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Popular Funds Managed by Cathie Wood</a:t>
            </a:r>
          </a:p>
        </p:txBody>
      </p:sp>
      <p:sp>
        <p:nvSpPr>
          <p:cNvPr id="3" name="Content Placeholder 2">
            <a:extLst>
              <a:ext uri="{FF2B5EF4-FFF2-40B4-BE49-F238E27FC236}">
                <a16:creationId xmlns:a16="http://schemas.microsoft.com/office/drawing/2014/main" id="{CF9D47A0-5217-B0BF-DD30-4771E80A8C84}"/>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Some of the well-known ETFs managed by ARK Invest include:</a:t>
            </a:r>
          </a:p>
          <a:p>
            <a:r>
              <a:rPr lang="en-IN" dirty="0">
                <a:latin typeface="Times New Roman" panose="02020603050405020304" pitchFamily="18" charset="0"/>
                <a:cs typeface="Times New Roman" panose="02020603050405020304" pitchFamily="18" charset="0"/>
              </a:rPr>
              <a:t>ARK Innovation ETF (ARKK) – Focuses on disruptive innovation companies</a:t>
            </a:r>
          </a:p>
          <a:p>
            <a:r>
              <a:rPr lang="en-IN" dirty="0">
                <a:latin typeface="Times New Roman" panose="02020603050405020304" pitchFamily="18" charset="0"/>
                <a:cs typeface="Times New Roman" panose="02020603050405020304" pitchFamily="18" charset="0"/>
              </a:rPr>
              <a:t>ARK Genomic Revolution ETF (ARKG) – Invests in biotech and healthcare innovation</a:t>
            </a:r>
          </a:p>
          <a:p>
            <a:r>
              <a:rPr lang="en-IN" dirty="0">
                <a:latin typeface="Times New Roman" panose="02020603050405020304" pitchFamily="18" charset="0"/>
                <a:cs typeface="Times New Roman" panose="02020603050405020304" pitchFamily="18" charset="0"/>
              </a:rPr>
              <a:t>ARK Next Generation Internet ETF (ARKW) – Focuses on cloud computing and digital platforms</a:t>
            </a:r>
          </a:p>
          <a:p>
            <a:r>
              <a:rPr lang="en-IN" dirty="0">
                <a:latin typeface="Times New Roman" panose="02020603050405020304" pitchFamily="18" charset="0"/>
                <a:cs typeface="Times New Roman" panose="02020603050405020304" pitchFamily="18" charset="0"/>
              </a:rPr>
              <a:t>These funds gained massive popularity during periods of rapid technological growth.</a:t>
            </a:r>
          </a:p>
        </p:txBody>
      </p:sp>
    </p:spTree>
    <p:extLst>
      <p:ext uri="{BB962C8B-B14F-4D97-AF65-F5344CB8AC3E}">
        <p14:creationId xmlns:p14="http://schemas.microsoft.com/office/powerpoint/2010/main" val="146009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0613-B08E-E11C-80F6-C8B0CC3850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Achievements and Recognition</a:t>
            </a:r>
          </a:p>
        </p:txBody>
      </p:sp>
      <p:sp>
        <p:nvSpPr>
          <p:cNvPr id="3" name="Content Placeholder 2">
            <a:extLst>
              <a:ext uri="{FF2B5EF4-FFF2-40B4-BE49-F238E27FC236}">
                <a16:creationId xmlns:a16="http://schemas.microsoft.com/office/drawing/2014/main" id="{DCD2294C-8D00-91F4-508F-E26AFC514E8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Cathie Wood has received global recognition for her innovative approach to investing. She is often listed among the most influential women in finance. Her research-driven and transparent investment strategies have inspired a new generation of investors to think beyond traditional valuation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936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3AEB0-53A8-7CFF-F0D6-5443A488868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Famous Investments</a:t>
            </a:r>
          </a:p>
        </p:txBody>
      </p:sp>
      <p:sp>
        <p:nvSpPr>
          <p:cNvPr id="3" name="Content Placeholder 2">
            <a:extLst>
              <a:ext uri="{FF2B5EF4-FFF2-40B4-BE49-F238E27FC236}">
                <a16:creationId xmlns:a16="http://schemas.microsoft.com/office/drawing/2014/main" id="{B6E3E0B5-CDBD-DDDC-01E1-21BCFB7AE2D5}"/>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Cathie Wood is known for early and bold investments in companies such as:</a:t>
            </a:r>
          </a:p>
          <a:p>
            <a:r>
              <a:rPr lang="en-IN" dirty="0">
                <a:latin typeface="Times New Roman" panose="02020603050405020304" pitchFamily="18" charset="0"/>
                <a:cs typeface="Times New Roman" panose="02020603050405020304" pitchFamily="18" charset="0"/>
              </a:rPr>
              <a:t>Tesla – Electric vehicles and autonomous driving</a:t>
            </a:r>
          </a:p>
          <a:p>
            <a:r>
              <a:rPr lang="en-IN" dirty="0">
                <a:latin typeface="Times New Roman" panose="02020603050405020304" pitchFamily="18" charset="0"/>
                <a:cs typeface="Times New Roman" panose="02020603050405020304" pitchFamily="18" charset="0"/>
              </a:rPr>
              <a:t>Roku – Digital streaming platforms</a:t>
            </a:r>
          </a:p>
          <a:p>
            <a:r>
              <a:rPr lang="en-IN" dirty="0">
                <a:latin typeface="Times New Roman" panose="02020603050405020304" pitchFamily="18" charset="0"/>
                <a:cs typeface="Times New Roman" panose="02020603050405020304" pitchFamily="18" charset="0"/>
              </a:rPr>
              <a:t>Zoom – Video communication technology</a:t>
            </a:r>
          </a:p>
          <a:p>
            <a:r>
              <a:rPr lang="en-IN" dirty="0">
                <a:latin typeface="Times New Roman" panose="02020603050405020304" pitchFamily="18" charset="0"/>
                <a:cs typeface="Times New Roman" panose="02020603050405020304" pitchFamily="18" charset="0"/>
              </a:rPr>
              <a:t>Coinbase – Cryptocurrency exchange</a:t>
            </a:r>
          </a:p>
        </p:txBody>
      </p:sp>
    </p:spTree>
    <p:extLst>
      <p:ext uri="{BB962C8B-B14F-4D97-AF65-F5344CB8AC3E}">
        <p14:creationId xmlns:p14="http://schemas.microsoft.com/office/powerpoint/2010/main" val="855175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EBB42-8D3F-9B06-299A-3B0A7F1CE82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9FD0D61-2D08-F07C-BCFC-B3FF22906CB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Cathie Wood is a visionary investment guru who has transformed the way investors view innovation and growth. Her focus on disruptive technologies, long-term vision, and research-based investing makes her a unique figure in the financial world. While her approach involves high risk, it also offers the potential for high rewards, making it suitable for risk-tolerant and future-focused investors.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3555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0</TotalTime>
  <Words>632</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Times New Roman</vt:lpstr>
      <vt:lpstr>Mesh</vt:lpstr>
      <vt:lpstr>INVESTMENT GURU: CATHIE WOOD</vt:lpstr>
      <vt:lpstr>Introduction</vt:lpstr>
      <vt:lpstr>Early Life and Educational Background</vt:lpstr>
      <vt:lpstr>Professional Career</vt:lpstr>
      <vt:lpstr>Founding of ARK Invest</vt:lpstr>
      <vt:lpstr>Key Investment Areas</vt:lpstr>
      <vt:lpstr>Popular Funds Managed by Cathie Wood</vt:lpstr>
      <vt:lpstr>Achievements and Recognition</vt:lpstr>
      <vt:lpstr>Famous Investments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 sree</dc:creator>
  <cp:lastModifiedBy>Pavi sree</cp:lastModifiedBy>
  <cp:revision>1</cp:revision>
  <dcterms:created xsi:type="dcterms:W3CDTF">2026-01-08T13:56:17Z</dcterms:created>
  <dcterms:modified xsi:type="dcterms:W3CDTF">2026-01-08T13:57:01Z</dcterms:modified>
</cp:coreProperties>
</file>